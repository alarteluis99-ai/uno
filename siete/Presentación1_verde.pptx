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669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120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285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406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585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444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202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724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198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484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160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CAFB-120E-4B48-9231-2BE5D3283C4D}" type="datetimeFigureOut">
              <a:rPr lang="es-PE" smtClean="0"/>
              <a:t>2/03/2026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D5160-E132-4344-B1C5-8BB91B0FFA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423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31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Antonio Alarcon Tenorio</dc:creator>
  <cp:lastModifiedBy>Luis Antonio Alarcon Tenorio</cp:lastModifiedBy>
  <cp:revision>1</cp:revision>
  <dcterms:created xsi:type="dcterms:W3CDTF">2026-03-02T20:02:37Z</dcterms:created>
  <dcterms:modified xsi:type="dcterms:W3CDTF">2026-03-02T21:58:33Z</dcterms:modified>
</cp:coreProperties>
</file>